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Followers (M)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YouTube</c:v>
                  </c:pt>
                  <c:pt idx="1">
                    <c:v>TikTok</c:v>
                  </c:pt>
                  <c:pt idx="2">
                    <c:v>Instagram</c:v>
                  </c:pt>
                  <c:pt idx="3">
                    <c:v>Facebook</c:v>
                  </c:pt>
                  <c:pt idx="4">
                    <c:v>Twitter</c:v>
                  </c:pt>
                  <c:pt idx="5">
                    <c:v>LinkedIn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2.6</c:v>
                </c:pt>
                <c:pt idx="1">
                  <c:v>2.1</c:v>
                </c:pt>
                <c:pt idx="2">
                  <c:v>1.85</c:v>
                </c:pt>
                <c:pt idx="3">
                  <c:v>1.25</c:v>
                </c:pt>
                <c:pt idx="4">
                  <c:v>0.98</c:v>
                </c:pt>
                <c:pt idx="5">
                  <c:v>0.64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all-in-one view of cross-platform performance and metrics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Saketh Reddy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Tracked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3200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Followers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200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Impressions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 are scattered across too many apps.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2971800"/>
          </a:xfrm>
          <a:prstGeom prst="roundRect">
            <a:avLst>
              <a:gd name="adj" fmla="val 2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is scattered across 6 different platform dashboards.
•  Hard to compare numbers like reach and engagement side by side.
•  Manual spreadsheets take too long to update and read.
•  No quick way to spot which platform is performing best.
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657600" cy="2971800"/>
          </a:xfrm>
          <a:prstGeom prst="roundRect">
            <a:avLst>
              <a:gd name="adj" fmla="val 2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One clean page that shows all key metrics at a glance.
✔  Instant comparison of followers, reach, likes, and engagement.
✔  Interactive filters for 7-day, 30-day, and 90-day timeframes.
✔  Runs fast in any browser with zero setup or login required.
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practical tools to explore the data.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Summary Cards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followers, total likes, reach, and average engagement rate with a 7D, 30D, and 90D time toggle.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Spotlight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any platform (like Instagram or YouTube) to focus on its individual numbers and progress bars.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D3.js Charts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platforms with a bar chart, view market share with a donut chart, and track 12-week trends with a line chart.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Data Table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29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platforms by name, sort columns with one click, and download the filtered table as a CSV file.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 and key highlights across all 6 channels.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023360" cy="2971800"/>
          </a:xfrm>
          <a:prstGeom prst="roundRect">
            <a:avLst>
              <a:gd name="adj" fmla="val 2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by Platform (Millions)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1965960"/>
          <a:ext cx="3749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41732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0" y="2011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Reach: YouTube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2.6M followers and 450K likes. Long-form content keeps audience retention high.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0" y="27249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Viral: TikTok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03520" y="29535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9.5M impressions from 203 posts. Drives the fastest new audience discovery.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343814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Engagement: Twitter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03520" y="36667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engagement rate at 21.1%. Shorter, frequent conversations drive direct replies.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368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Built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standard web tools — lightweight and fast.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Styling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20574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Clean, semantic markup for easy accessibility.
•  CSS variables for instant dark and light mode.
•  Responsive grid layout that works on any screen size.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41732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6459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19202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State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93592" y="2240280"/>
            <a:ext cx="20574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3774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heavy frameworks (React/Vue/Angular) needed.
•  Controls time filters (7D/30D/90D) and platform spotlight.
•  Handles live table search, sorting, and CSV export.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41732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6459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(v7)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72784" y="19202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2240280"/>
            <a:ext cx="20574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23774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Renders custom SVG bar, donut, and trend charts.
•  Smooth animations when switching metrics.
•  Hover tooltips showing exact values and percentages.
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additions and wrap-up.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Connections: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directly to Instagram, YouTube, and TikTok APIs for auto-refresh.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one-click button to download a summary report as a PDF.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/ PWA: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install-to-home-screen for fast mobile checks.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Media Dashboard makes monitoring cross-channel performance simple, visual, and fast — without bloated dependencies or complex setup.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32004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200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Dashboard</dc:title>
  <dc:subject>PptxGenJS Presentation</dc:subject>
  <dc:creator>Saketh Reddy</dc:creator>
  <cp:lastModifiedBy>Saketh Reddy</cp:lastModifiedBy>
  <cp:revision>1</cp:revision>
  <dcterms:created xsi:type="dcterms:W3CDTF">2026-09-29T12:53:56Z</dcterms:created>
  <dcterms:modified xsi:type="dcterms:W3CDTF">2026-09-29T12:53:56Z</dcterms:modified>
</cp:coreProperties>
</file>