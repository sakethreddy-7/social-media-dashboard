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92BDA6-C791-4B22-9DC3-1A1655DDF07B}" v="30" dt="2026-09-30T07:08:27.3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ETH REDDY BALIREDDY" userId="5cc6f2719cce2d95" providerId="LiveId" clId="{541D16BA-E9C2-4D08-81BA-73EED0C07D0A}"/>
    <pc:docChg chg="undo custSel addSld delSld modSld sldOrd">
      <pc:chgData name="SAKETH REDDY BALIREDDY" userId="5cc6f2719cce2d95" providerId="LiveId" clId="{541D16BA-E9C2-4D08-81BA-73EED0C07D0A}" dt="2026-09-30T07:14:12.131" v="356"/>
      <pc:docMkLst>
        <pc:docMk/>
      </pc:docMkLst>
      <pc:sldChg chg="addSp delSp modSp mod chgLayout">
        <pc:chgData name="SAKETH REDDY BALIREDDY" userId="5cc6f2719cce2d95" providerId="LiveId" clId="{541D16BA-E9C2-4D08-81BA-73EED0C07D0A}" dt="2026-09-29T14:58:11.615" v="271" actId="1076"/>
        <pc:sldMkLst>
          <pc:docMk/>
          <pc:sldMk cId="0" sldId="256"/>
        </pc:sldMkLst>
        <pc:spChg chg="mod">
          <ac:chgData name="SAKETH REDDY BALIREDDY" userId="5cc6f2719cce2d95" providerId="LiveId" clId="{541D16BA-E9C2-4D08-81BA-73EED0C07D0A}" dt="2026-09-29T14:58:00.873" v="270" actId="1076"/>
          <ac:spMkLst>
            <pc:docMk/>
            <pc:sldMk cId="0" sldId="256"/>
            <ac:spMk id="6" creationId="{00000000-0000-0000-0000-000000000000}"/>
          </ac:spMkLst>
        </pc:spChg>
        <pc:spChg chg="del">
          <ac:chgData name="SAKETH REDDY BALIREDDY" userId="5cc6f2719cce2d95" providerId="LiveId" clId="{541D16BA-E9C2-4D08-81BA-73EED0C07D0A}" dt="2026-09-29T14:51:05.035" v="183" actId="478"/>
          <ac:spMkLst>
            <pc:docMk/>
            <pc:sldMk cId="0" sldId="256"/>
            <ac:spMk id="7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29T14:58:11.615" v="271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29T14:58:11.615" v="271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29T14:58:11.615" v="271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29T14:58:11.615" v="271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29T14:58:11.615" v="271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29T14:58:11.615" v="271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29T14:58:11.615" v="271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29T14:58:11.615" v="271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29T14:58:11.615" v="271" actId="1076"/>
          <ac:spMkLst>
            <pc:docMk/>
            <pc:sldMk cId="0" sldId="256"/>
            <ac:spMk id="16" creationId="{00000000-0000-0000-0000-000000000000}"/>
          </ac:spMkLst>
        </pc:spChg>
        <pc:spChg chg="del">
          <ac:chgData name="SAKETH REDDY BALIREDDY" userId="5cc6f2719cce2d95" providerId="LiveId" clId="{541D16BA-E9C2-4D08-81BA-73EED0C07D0A}" dt="2026-09-29T13:29:27.001" v="1" actId="478"/>
          <ac:spMkLst>
            <pc:docMk/>
            <pc:sldMk cId="0" sldId="256"/>
            <ac:spMk id="17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29T14:51:17.106" v="186" actId="20577"/>
          <ac:spMkLst>
            <pc:docMk/>
            <pc:sldMk cId="0" sldId="256"/>
            <ac:spMk id="21" creationId="{00000000-0000-0000-0000-000000000000}"/>
          </ac:spMkLst>
        </pc:spChg>
        <pc:spChg chg="add del mod">
          <ac:chgData name="SAKETH REDDY BALIREDDY" userId="5cc6f2719cce2d95" providerId="LiveId" clId="{541D16BA-E9C2-4D08-81BA-73EED0C07D0A}" dt="2026-09-29T13:30:02.156" v="7"/>
          <ac:spMkLst>
            <pc:docMk/>
            <pc:sldMk cId="0" sldId="256"/>
            <ac:spMk id="22" creationId="{F38A8EB0-A985-E889-F889-7C2BA2A153E1}"/>
          </ac:spMkLst>
        </pc:spChg>
        <pc:spChg chg="add del mod">
          <ac:chgData name="SAKETH REDDY BALIREDDY" userId="5cc6f2719cce2d95" providerId="LiveId" clId="{541D16BA-E9C2-4D08-81BA-73EED0C07D0A}" dt="2026-09-29T13:30:27.794" v="17"/>
          <ac:spMkLst>
            <pc:docMk/>
            <pc:sldMk cId="0" sldId="256"/>
            <ac:spMk id="23" creationId="{1025347E-984D-C0DB-7C83-4478B93ABCE4}"/>
          </ac:spMkLst>
        </pc:spChg>
        <pc:spChg chg="add del mod">
          <ac:chgData name="SAKETH REDDY BALIREDDY" userId="5cc6f2719cce2d95" providerId="LiveId" clId="{541D16BA-E9C2-4D08-81BA-73EED0C07D0A}" dt="2026-09-29T13:34:15.126" v="31"/>
          <ac:spMkLst>
            <pc:docMk/>
            <pc:sldMk cId="0" sldId="256"/>
            <ac:spMk id="24" creationId="{7846EF28-0CCE-1C43-78A9-977DB52BF2F7}"/>
          </ac:spMkLst>
        </pc:spChg>
        <pc:picChg chg="del">
          <ac:chgData name="SAKETH REDDY BALIREDDY" userId="5cc6f2719cce2d95" providerId="LiveId" clId="{541D16BA-E9C2-4D08-81BA-73EED0C07D0A}" dt="2026-09-29T13:29:24.961" v="0" actId="478"/>
          <ac:picMkLst>
            <pc:docMk/>
            <pc:sldMk cId="0" sldId="256"/>
            <ac:picMk id="18" creationId="{00000000-0000-0000-0000-000000000000}"/>
          </ac:picMkLst>
        </pc:picChg>
      </pc:sldChg>
      <pc:sldChg chg="modSp mod">
        <pc:chgData name="SAKETH REDDY BALIREDDY" userId="5cc6f2719cce2d95" providerId="LiveId" clId="{541D16BA-E9C2-4D08-81BA-73EED0C07D0A}" dt="2026-09-29T14:58:34.727" v="280" actId="20577"/>
        <pc:sldMkLst>
          <pc:docMk/>
          <pc:sldMk cId="0" sldId="257"/>
        </pc:sldMkLst>
        <pc:spChg chg="mod">
          <ac:chgData name="SAKETH REDDY BALIREDDY" userId="5cc6f2719cce2d95" providerId="LiveId" clId="{541D16BA-E9C2-4D08-81BA-73EED0C07D0A}" dt="2026-09-29T14:58:34.727" v="280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29T14:51:43.780" v="189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29T14:51:55.672" v="192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29T14:51:30.829" v="188" actId="20577"/>
          <ac:spMkLst>
            <pc:docMk/>
            <pc:sldMk cId="0" sldId="257"/>
            <ac:spMk id="17" creationId="{00000000-0000-0000-0000-000000000000}"/>
          </ac:spMkLst>
        </pc:spChg>
      </pc:sldChg>
      <pc:sldChg chg="addSp delSp modSp mod">
        <pc:chgData name="SAKETH REDDY BALIREDDY" userId="5cc6f2719cce2d95" providerId="LiveId" clId="{541D16BA-E9C2-4D08-81BA-73EED0C07D0A}" dt="2026-09-29T15:27:11.778" v="315" actId="20577"/>
        <pc:sldMkLst>
          <pc:docMk/>
          <pc:sldMk cId="0" sldId="259"/>
        </pc:sldMkLst>
        <pc:spChg chg="mod">
          <ac:chgData name="SAKETH REDDY BALIREDDY" userId="5cc6f2719cce2d95" providerId="LiveId" clId="{541D16BA-E9C2-4D08-81BA-73EED0C07D0A}" dt="2026-09-29T15:26:28.579" v="312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29T15:23:49.166" v="303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29T15:23:49.166" v="303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29T15:23:49.166" v="303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29T15:23:49.166" v="303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29T15:23:49.166" v="303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29T15:27:11.778" v="315" actId="20577"/>
          <ac:spMkLst>
            <pc:docMk/>
            <pc:sldMk cId="0" sldId="259"/>
            <ac:spMk id="13" creationId="{00000000-0000-0000-0000-000000000000}"/>
          </ac:spMkLst>
        </pc:spChg>
        <pc:spChg chg="add del mod">
          <ac:chgData name="SAKETH REDDY BALIREDDY" userId="5cc6f2719cce2d95" providerId="LiveId" clId="{541D16BA-E9C2-4D08-81BA-73EED0C07D0A}" dt="2026-09-29T15:23:28.677" v="295"/>
          <ac:spMkLst>
            <pc:docMk/>
            <pc:sldMk cId="0" sldId="259"/>
            <ac:spMk id="19" creationId="{D8049EEA-E8EE-6CB4-AD6A-16E69A83002A}"/>
          </ac:spMkLst>
        </pc:spChg>
        <pc:spChg chg="add mod">
          <ac:chgData name="SAKETH REDDY BALIREDDY" userId="5cc6f2719cce2d95" providerId="LiveId" clId="{541D16BA-E9C2-4D08-81BA-73EED0C07D0A}" dt="2026-09-29T15:23:37.950" v="299" actId="571"/>
          <ac:spMkLst>
            <pc:docMk/>
            <pc:sldMk cId="0" sldId="259"/>
            <ac:spMk id="20" creationId="{FF4675DB-FC62-8947-CA2D-EC3C9CDEDD7F}"/>
          </ac:spMkLst>
        </pc:spChg>
        <pc:spChg chg="add del mod">
          <ac:chgData name="SAKETH REDDY BALIREDDY" userId="5cc6f2719cce2d95" providerId="LiveId" clId="{541D16BA-E9C2-4D08-81BA-73EED0C07D0A}" dt="2026-09-29T15:23:40.762" v="302"/>
          <ac:spMkLst>
            <pc:docMk/>
            <pc:sldMk cId="0" sldId="259"/>
            <ac:spMk id="21" creationId="{7851B028-74BB-BEB3-48D4-A892B9922E81}"/>
          </ac:spMkLst>
        </pc:spChg>
        <pc:picChg chg="mod modCrop">
          <ac:chgData name="SAKETH REDDY BALIREDDY" userId="5cc6f2719cce2d95" providerId="LiveId" clId="{541D16BA-E9C2-4D08-81BA-73EED0C07D0A}" dt="2026-09-29T15:24:19.400" v="308" actId="732"/>
          <ac:picMkLst>
            <pc:docMk/>
            <pc:sldMk cId="0" sldId="259"/>
            <ac:picMk id="6" creationId="{00000000-0000-0000-0000-000000000000}"/>
          </ac:picMkLst>
        </pc:picChg>
        <pc:picChg chg="add mod modCrop">
          <ac:chgData name="SAKETH REDDY BALIREDDY" userId="5cc6f2719cce2d95" providerId="LiveId" clId="{541D16BA-E9C2-4D08-81BA-73EED0C07D0A}" dt="2026-09-29T15:24:33.206" v="311" actId="14100"/>
          <ac:picMkLst>
            <pc:docMk/>
            <pc:sldMk cId="0" sldId="259"/>
            <ac:picMk id="18" creationId="{08648111-F112-51C1-9A51-84A7DB4C95C8}"/>
          </ac:picMkLst>
        </pc:picChg>
      </pc:sldChg>
      <pc:sldChg chg="modSp mod">
        <pc:chgData name="SAKETH REDDY BALIREDDY" userId="5cc6f2719cce2d95" providerId="LiveId" clId="{541D16BA-E9C2-4D08-81BA-73EED0C07D0A}" dt="2026-09-30T05:33:33.499" v="326" actId="1076"/>
        <pc:sldMkLst>
          <pc:docMk/>
          <pc:sldMk cId="0" sldId="260"/>
        </pc:sldMkLst>
        <pc:spChg chg="mod">
          <ac:chgData name="SAKETH REDDY BALIREDDY" userId="5cc6f2719cce2d95" providerId="LiveId" clId="{541D16BA-E9C2-4D08-81BA-73EED0C07D0A}" dt="2026-09-30T05:33:22.388" v="323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30T05:33:22.388" v="323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30T05:33:22.388" v="323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30T05:33:22.388" v="323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30T05:33:22.388" v="323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30T05:33:22.388" v="323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30T05:33:22.388" v="323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30T05:33:22.388" v="323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30T05:33:22.388" v="323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30T05:33:33.499" v="326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30T05:33:26.842" v="325" actId="1076"/>
          <ac:spMkLst>
            <pc:docMk/>
            <pc:sldMk cId="0" sldId="260"/>
            <ac:spMk id="19" creationId="{00000000-0000-0000-0000-000000000000}"/>
          </ac:spMkLst>
        </pc:spChg>
      </pc:sldChg>
      <pc:sldChg chg="modSp mod ord">
        <pc:chgData name="SAKETH REDDY BALIREDDY" userId="5cc6f2719cce2d95" providerId="LiveId" clId="{541D16BA-E9C2-4D08-81BA-73EED0C07D0A}" dt="2026-09-30T07:14:12.131" v="356"/>
        <pc:sldMkLst>
          <pc:docMk/>
          <pc:sldMk cId="0" sldId="261"/>
        </pc:sldMkLst>
        <pc:spChg chg="mod">
          <ac:chgData name="SAKETH REDDY BALIREDDY" userId="5cc6f2719cce2d95" providerId="LiveId" clId="{541D16BA-E9C2-4D08-81BA-73EED0C07D0A}" dt="2026-09-30T05:37:15.443" v="343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30T05:34:18.572" v="333" actId="20577"/>
          <ac:spMkLst>
            <pc:docMk/>
            <pc:sldMk cId="0" sldId="261"/>
            <ac:spMk id="23" creationId="{00000000-0000-0000-0000-000000000000}"/>
          </ac:spMkLst>
        </pc:spChg>
        <pc:spChg chg="mod">
          <ac:chgData name="SAKETH REDDY BALIREDDY" userId="5cc6f2719cce2d95" providerId="LiveId" clId="{541D16BA-E9C2-4D08-81BA-73EED0C07D0A}" dt="2026-09-29T14:53:34.789" v="246" actId="20577"/>
          <ac:spMkLst>
            <pc:docMk/>
            <pc:sldMk cId="0" sldId="261"/>
            <ac:spMk id="30" creationId="{00000000-0000-0000-0000-000000000000}"/>
          </ac:spMkLst>
        </pc:spChg>
      </pc:sldChg>
      <pc:sldChg chg="addSp modSp new mod ord modTransition modAnim">
        <pc:chgData name="SAKETH REDDY BALIREDDY" userId="5cc6f2719cce2d95" providerId="LiveId" clId="{541D16BA-E9C2-4D08-81BA-73EED0C07D0A}" dt="2026-09-30T07:08:27.360" v="354" actId="20577"/>
        <pc:sldMkLst>
          <pc:docMk/>
          <pc:sldMk cId="2240158043" sldId="262"/>
        </pc:sldMkLst>
        <pc:spChg chg="add mod">
          <ac:chgData name="SAKETH REDDY BALIREDDY" userId="5cc6f2719cce2d95" providerId="LiveId" clId="{541D16BA-E9C2-4D08-81BA-73EED0C07D0A}" dt="2026-09-30T07:08:05.560" v="351" actId="113"/>
          <ac:spMkLst>
            <pc:docMk/>
            <pc:sldMk cId="2240158043" sldId="262"/>
            <ac:spMk id="3" creationId="{163F2C06-ED6B-C5B0-9376-FDC08658E67D}"/>
          </ac:spMkLst>
        </pc:spChg>
        <pc:spChg chg="add">
          <ac:chgData name="SAKETH REDDY BALIREDDY" userId="5cc6f2719cce2d95" providerId="LiveId" clId="{541D16BA-E9C2-4D08-81BA-73EED0C07D0A}" dt="2026-09-30T07:07:47.638" v="346" actId="22"/>
          <ac:spMkLst>
            <pc:docMk/>
            <pc:sldMk cId="2240158043" sldId="262"/>
            <ac:spMk id="4" creationId="{ED25848B-C56A-ADC6-D24F-8075BA7A0E1F}"/>
          </ac:spMkLst>
        </pc:spChg>
        <pc:spChg chg="add mod">
          <ac:chgData name="SAKETH REDDY BALIREDDY" userId="5cc6f2719cce2d95" providerId="LiveId" clId="{541D16BA-E9C2-4D08-81BA-73EED0C07D0A}" dt="2026-09-29T14:50:47.534" v="182" actId="2711"/>
          <ac:spMkLst>
            <pc:docMk/>
            <pc:sldMk cId="2240158043" sldId="262"/>
            <ac:spMk id="5" creationId="{745CE2D2-85FB-B128-57CA-A9250E029D0B}"/>
          </ac:spMkLst>
        </pc:spChg>
        <pc:spChg chg="add mod">
          <ac:chgData name="SAKETH REDDY BALIREDDY" userId="5cc6f2719cce2d95" providerId="LiveId" clId="{541D16BA-E9C2-4D08-81BA-73EED0C07D0A}" dt="2026-09-30T07:08:27.360" v="354" actId="20577"/>
          <ac:spMkLst>
            <pc:docMk/>
            <pc:sldMk cId="2240158043" sldId="262"/>
            <ac:spMk id="7" creationId="{8264A52C-086C-94D1-4321-2713CE9859FC}"/>
          </ac:spMkLst>
        </pc:spChg>
      </pc:sldChg>
      <pc:sldChg chg="new del">
        <pc:chgData name="SAKETH REDDY BALIREDDY" userId="5cc6f2719cce2d95" providerId="LiveId" clId="{541D16BA-E9C2-4D08-81BA-73EED0C07D0A}" dt="2026-09-30T07:03:52.061" v="345" actId="47"/>
        <pc:sldMkLst>
          <pc:docMk/>
          <pc:sldMk cId="3820105850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475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3F2C06-ED6B-C5B0-9376-FDC08658E67D}"/>
              </a:ext>
            </a:extLst>
          </p:cNvPr>
          <p:cNvSpPr txBox="1"/>
          <p:nvPr/>
        </p:nvSpPr>
        <p:spPr>
          <a:xfrm>
            <a:off x="2130879" y="557563"/>
            <a:ext cx="4572000" cy="588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5CE2D2-85FB-B128-57CA-A9250E029D0B}"/>
              </a:ext>
            </a:extLst>
          </p:cNvPr>
          <p:cNvSpPr txBox="1"/>
          <p:nvPr/>
        </p:nvSpPr>
        <p:spPr>
          <a:xfrm>
            <a:off x="1469571" y="1494064"/>
            <a:ext cx="57476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000"/>
            </a:pPr>
            <a:r>
              <a:rPr lang="en-US" sz="2000" dirty="0">
                <a:latin typeface="Algerian" panose="04020705040A02060702" pitchFamily="82" charset="0"/>
              </a:rPr>
              <a:t>Interactive visualization of Social Media Dashboard using D3.js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4A52C-086C-94D1-4321-2713CE9859FC}"/>
              </a:ext>
            </a:extLst>
          </p:cNvPr>
          <p:cNvSpPr txBox="1"/>
          <p:nvPr/>
        </p:nvSpPr>
        <p:spPr>
          <a:xfrm>
            <a:off x="2286000" y="2548681"/>
            <a:ext cx="4572000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000"/>
            </a:pPr>
            <a:r>
              <a:rPr lang="en-IN" sz="2000" dirty="0">
                <a:latin typeface="Edwardian Script ITC" panose="030303020407070D0804" pitchFamily="66" charset="0"/>
              </a:rPr>
              <a:t>Presented by</a:t>
            </a:r>
          </a:p>
          <a:p>
            <a:pPr algn="ctr">
              <a:spcAft>
                <a:spcPts val="1000"/>
              </a:spcAft>
              <a:defRPr sz="2000"/>
            </a:pPr>
            <a:r>
              <a:rPr lang="en-IN" sz="2000" dirty="0" err="1">
                <a:latin typeface="Goudy Old Style" panose="02020502050305020303" pitchFamily="18" charset="0"/>
              </a:rPr>
              <a:t>B.Saketh</a:t>
            </a:r>
            <a:r>
              <a:rPr lang="en-IN" sz="2000" dirty="0">
                <a:latin typeface="Goudy Old Style" panose="02020502050305020303" pitchFamily="18" charset="0"/>
              </a:rPr>
              <a:t> Reddy</a:t>
            </a:r>
          </a:p>
          <a:p>
            <a:pPr algn="ctr">
              <a:spcAft>
                <a:spcPts val="1000"/>
              </a:spcAft>
              <a:defRPr sz="2000"/>
            </a:pPr>
            <a:r>
              <a:rPr lang="en-IN" sz="2000" dirty="0" err="1">
                <a:latin typeface="Goudy Old Style" panose="02020502050305020303" pitchFamily="18" charset="0"/>
              </a:rPr>
              <a:t>Reg.No</a:t>
            </a:r>
            <a:r>
              <a:rPr lang="en-IN" sz="2000" dirty="0">
                <a:latin typeface="Goudy Old Style" panose="02020502050305020303" pitchFamily="18" charset="0"/>
              </a:rPr>
              <a:t>.: 9925051013</a:t>
            </a: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ED25848B-C56A-ADC6-D24F-8075BA7A0E1F}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F46E5"/>
          </a:solidFill>
          <a:ln/>
        </p:spPr>
      </p:sp>
    </p:spTree>
    <p:extLst>
      <p:ext uri="{BB962C8B-B14F-4D97-AF65-F5344CB8AC3E}">
        <p14:creationId xmlns:p14="http://schemas.microsoft.com/office/powerpoint/2010/main" val="224015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73152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SHOWCASE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96439" y="2179865"/>
            <a:ext cx="5626826" cy="704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interactive, unified dashboard that tracks followers, engagement, and reach across 6 major social platforms in real time.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69599" y="3352490"/>
            <a:ext cx="1143000" cy="822960"/>
          </a:xfrm>
          <a:prstGeom prst="roundRect">
            <a:avLst>
              <a:gd name="adj" fmla="val 158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1369599" y="3506959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7396" y="3785237"/>
            <a:ext cx="1143000" cy="335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19828" y="3358205"/>
            <a:ext cx="1143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7853" y="3503346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75878" y="3872719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80265" y="3335509"/>
            <a:ext cx="1143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5366087" y="3503346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69134" y="3831531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31520" y="4709160"/>
            <a:ext cx="768096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477316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Dashboard • Project Overview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583680" y="47731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 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hassle of managing multiple disconnected social media channels.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37033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55448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544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576649"/>
            <a:ext cx="31546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Checking 6 different social apps every week takes too much time.
✕   Each platform defines engagement and impressions differently.
✕   Manual spreadsheets are slow to maintain and prone to errors.
✕   No instant way to spot which channel gives the best ROI.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37033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83480" y="155448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5544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83480" y="19202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Dashboard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06340" y="2450592"/>
            <a:ext cx="31546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 A single screen with all key numbers ready at a glance.
✔   Uniform metrics for direct, side-by-side platform comparison.
✔   Instant 7-day, 30-day, and 90-day time horizon filtering.
✔   Runs fast directly in the browser with zero login or server delay.
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4709160"/>
            <a:ext cx="768096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77316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Dashboard • Project Overview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583680" y="47731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KPIs, dynamic insights, and interactive platform spotlight.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289304"/>
            <a:ext cx="4462272" cy="2450592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c:\Users\saket\OneDrive\Documents\HTML\SOCIAL MEDIA DASHBOARD\screenshots\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5880"/>
            <a:ext cx="438912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7947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Executive KPI cards, insights strip, and platform spotlight.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349240" y="1325880"/>
            <a:ext cx="3063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32120" y="143560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Cards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532120" y="167335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total followers, likes, reach, and average engagement rate with live 7D / 30D / 90D scaling.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349240" y="2286000"/>
            <a:ext cx="3063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32120" y="239572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 Strip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532120" y="26334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spots top performers, engagement leaders, and most liked platforms without manual math.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349240" y="3246120"/>
            <a:ext cx="3063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32120" y="335584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Spotlight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532120" y="359359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on any platform to see focused normalized progress bars compared against the network maximums.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31520" y="4709160"/>
            <a:ext cx="768096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477316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Dashboard • Project Overview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583680" y="47731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Analytics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visualizations built with D3.js for quick cross-channel comparison.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3" y="1289304"/>
            <a:ext cx="4840443" cy="2450592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c:\Users\saket\OneDrive\Documents\HTML\SOCIAL MEDIA DASHBOARD\screenshots\charts.png"/>
          <p:cNvPicPr>
            <a:picLocks noChangeAspect="1"/>
          </p:cNvPicPr>
          <p:nvPr/>
        </p:nvPicPr>
        <p:blipFill>
          <a:blip r:embed="rId3"/>
          <a:srcRect r="38167"/>
          <a:stretch>
            <a:fillRect/>
          </a:stretch>
        </p:blipFill>
        <p:spPr>
          <a:xfrm>
            <a:off x="731520" y="1325880"/>
            <a:ext cx="2770959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7947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Comparative bar chart and proportional audience share donut.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896247" y="1224235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79127" y="128203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Bar Chart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079127" y="1668372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between Followers, Likes, Engagement, and Reach.
• Color-coded bars for each brand (Instagram, YouTube, etc.).
• Interactive hover tooltips reveal exact metrics and percentages.
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896247" y="2634207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9"/>
          <p:cNvSpPr/>
          <p:nvPr/>
        </p:nvSpPr>
        <p:spPr>
          <a:xfrm>
            <a:off x="6079127" y="269935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Share Donut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079127" y="3098755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Visualizes follower share across all 2.4M followers.
• Interactive legend dims unselected slices on hover.
• Clicking any slice focuses the platform across the dashboard.
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31520" y="4709160"/>
            <a:ext cx="768096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477316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Dashboard • Project Overview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583680" y="47731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8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8648111-F112-51C1-9A51-84A7DB4C95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2938"/>
          <a:stretch>
            <a:fillRect/>
          </a:stretch>
        </p:blipFill>
        <p:spPr>
          <a:xfrm>
            <a:off x="3502479" y="1325880"/>
            <a:ext cx="1981382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Table &amp; Export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granular numbers, sort columns, and export data in one click.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289304"/>
            <a:ext cx="4828032" cy="2039112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c:\Users\saket\OneDrive\Documents\HTML\SOCIAL MEDIA DASHBOARD\screenshots\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5880"/>
            <a:ext cx="4754880" cy="1965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38328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Filterable, sortable platform table with instant search and CSV export.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897880" y="73299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0" y="84271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Instant Live Search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035040" y="108046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platforms by typing in the search box — table results update in real time.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897880" y="169311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0" y="180283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⇅ Multi-Column Sorting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035040" y="204058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Followers, Likes, Engagement, Reach, or Posts in ascending or descending order.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852160" y="267609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2"/>
          <p:cNvSpPr/>
          <p:nvPr/>
        </p:nvSpPr>
        <p:spPr>
          <a:xfrm>
            <a:off x="6035040" y="276295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One-Click CSV Export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035040" y="300070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filtered table data to a clean CSV file ready for Excel or Google Sheets.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31520" y="3704790"/>
            <a:ext cx="768096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37947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BENEFIT: ZERO SERVER ROUNDTRIPS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 calculations, sorting, and CSV formatting happen instantly in memory, providing a smooth 60fps user experience.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31520" y="4709160"/>
            <a:ext cx="768096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477316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Dashboard • Project Overview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583680" y="47731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pure web standards and planned for future expansion.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37033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HTML5 &amp; CSS3: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86000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layout, CSS variables for dark/light themes, and responsive CSS grid.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245059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JavaScript: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86000" y="245059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state management, instant filtering, and zero heavy frameworks.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298094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D3.js (v7):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86000" y="2980944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SVG data visualizations, smooth scale transitions, and hover tooltips.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35112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Firebase Hosting Ready: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86000" y="351129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Pre-configured firebase.json for instant, global CDN edge deployment.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1325880"/>
            <a:ext cx="37033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5544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83480" y="1938528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93852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03520" y="192024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Connections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0" y="212140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OAuth sync with Meta Graph API, YouTube Data API, and TikTok.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83480" y="2624328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62432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03520" y="260604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Image Export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03520" y="280720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button to download executive PDF summary cards.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83480" y="3310128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31012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03520" y="329184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03520" y="349300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Install-to-home-screen mobile support for fast smartphone checks.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" y="4251960"/>
            <a:ext cx="7680960" cy="411480"/>
          </a:xfrm>
          <a:prstGeom prst="roundRect">
            <a:avLst>
              <a:gd name="adj" fmla="val 1777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2519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" y="4709160"/>
            <a:ext cx="768096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77316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Dashboard • Project Overview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583680" y="47731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704</Words>
  <Application>Microsoft Office PowerPoint</Application>
  <PresentationFormat>On-screen Show (16:9)</PresentationFormat>
  <Paragraphs>90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Algerian</vt:lpstr>
      <vt:lpstr>Arial</vt:lpstr>
      <vt:lpstr>Calibri</vt:lpstr>
      <vt:lpstr>Edwardian Script ITC</vt:lpstr>
      <vt:lpstr>Goudy Old Style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Dashboard</dc:title>
  <dc:subject>PptxGenJS Presentation</dc:subject>
  <dc:creator>Saketh Reddy</dc:creator>
  <cp:lastModifiedBy>SAKETH REDDY BALIREDDY</cp:lastModifiedBy>
  <cp:revision>1</cp:revision>
  <dcterms:created xsi:type="dcterms:W3CDTF">2026-09-29T13:05:55Z</dcterms:created>
  <dcterms:modified xsi:type="dcterms:W3CDTF">2026-09-30T07:14:23Z</dcterms:modified>
</cp:coreProperties>
</file>